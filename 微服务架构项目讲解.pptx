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微服务架构项目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Node.js + NestJS + Vue 3 的企业级微服务解决方案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  ·  核心功能  ·  基础设施  ·  快速部署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一个完整的微服务架构示例项目，涵盖前后端分离、服务治理、监控运维等企业级最佳实践。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74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87452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微服务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06040" y="1828800"/>
            <a:ext cx="1874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828800"/>
            <a:ext cx="1874520" cy="54864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116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743200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63440" y="1828800"/>
            <a:ext cx="1874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828800"/>
            <a:ext cx="187452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011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4800600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业务模块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720840" y="1828800"/>
            <a:ext cx="1874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20840" y="1828800"/>
            <a:ext cx="18745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0116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6858000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键部署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118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前后端分离架构，独立开发部署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7764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972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服务注册与发现，动态负载均衡</a:t>
            </a:r>
            <a:endParaRPr lang="en-US" sz="1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34340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972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API 网关，集中认证与限流</a:t>
            </a:r>
            <a:endParaRPr lang="en-US" sz="14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709160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09728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 全链路监控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73152" cy="6858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515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926080" y="10515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| Vite | Element Plus | Pinia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810512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10512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4767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8562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网关层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926080" y="185623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Gateway | JWT 认证 | 限流 | 路由代理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615184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615184"/>
            <a:ext cx="73152" cy="6858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52344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66090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服务层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926080" y="266090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用户服务 | 订单服务 | 产品服务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419856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419856"/>
            <a:ext cx="73152" cy="6858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57016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46557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926080" y="346557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| Redis 缓存 | RabbitMQ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224528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4224528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6168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2702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926080" y="42702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 | Prometheus | Grafana | Docker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核心模块  ·  用户服务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200400" cy="3474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4630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Service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用户注册、认证与权限管理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23360" y="1097280"/>
            <a:ext cx="45720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6187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34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023360" y="1965960"/>
            <a:ext cx="45720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13055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634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核心模块  ·  订单服务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6187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订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3055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仅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887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2120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订单状态流转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0" y="1828800"/>
            <a:ext cx="25603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待支付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9224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0" y="2468880"/>
            <a:ext cx="25603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已支付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92240" y="2852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0" y="3108960"/>
            <a:ext cx="256032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已发货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9224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0" y="3749040"/>
            <a:ext cx="25603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0"/>
          <p:cNvSpPr/>
          <p:nvPr/>
        </p:nvSpPr>
        <p:spPr>
          <a:xfrm>
            <a:off x="548640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已送达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486400" y="3931920"/>
            <a:ext cx="25603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2"/>
          <p:cNvSpPr/>
          <p:nvPr/>
        </p:nvSpPr>
        <p:spPr>
          <a:xfrm>
            <a:off x="548640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已取消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核心模块  ·  产品服务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200400" cy="34747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4630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Service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产品目录与库存管理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23360" y="1097280"/>
            <a:ext cx="21945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23360" y="1097280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416052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 CRUD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16052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创建、查询、更新、软删除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1097280"/>
            <a:ext cx="21945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1097280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分类管理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3796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按类别筛选产品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23360" y="2834640"/>
            <a:ext cx="21945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023360" y="2834640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416052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库存管理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160520" y="3474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库存增减，实时更新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2834640"/>
            <a:ext cx="21945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0" y="2834640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搜索功能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537960" y="3474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关键词全文搜索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  ·  API 网关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15544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API 请求通过网关转发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认证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验证保护后端安全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926080"/>
            <a:ext cx="73152" cy="15544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请求限流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级别限流防恶意请求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26080"/>
            <a:ext cx="73152" cy="15544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日志监控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6928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请求日志与 Prometheus 指标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  ·  服务注册与监控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3716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 服务注册中心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432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服务自动注册与发现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15468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健康检查与故障剔除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6616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配置中心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97764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73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可视化管理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371600"/>
            <a:ext cx="731520" cy="7315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3776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 + Grafana</a:t>
            </a:r>
            <a:endParaRPr lang="en-US" sz="18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274320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62356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请求指标采集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315468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62356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请求延迟分布统计</a:t>
            </a:r>
            <a:endParaRPr lang="en-US" sz="13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356616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6235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内存与 CPU 监控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3977640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62356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预置 Grafana 仪表盘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容器化部署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Compose 一键部署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所有服务容器化，统一编排管理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68880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:6379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91840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:8500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7490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6888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:9090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206240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468880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:3001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23774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1"/>
          <p:cNvSpPr/>
          <p:nvPr/>
        </p:nvSpPr>
        <p:spPr>
          <a:xfrm>
            <a:off x="48920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7512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2834640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489204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675120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3291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Text 27"/>
          <p:cNvSpPr/>
          <p:nvPr/>
        </p:nvSpPr>
        <p:spPr>
          <a:xfrm>
            <a:off x="48920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67512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54880" y="3749040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489204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Service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67512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754880" y="42062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Text 33"/>
          <p:cNvSpPr/>
          <p:nvPr/>
        </p:nvSpPr>
        <p:spPr>
          <a:xfrm>
            <a:off x="489204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675120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项目价值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97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完整微服务架构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0" y="1097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涵盖服务拆分、注册发现、网关路由、监控运维全流程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847088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842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18928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前后端分离设计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18928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Vue 3 独立开发部署，后端 NestJS 提供 RESTful API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642616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642616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79776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6883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容器化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57600" y="26883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所有服务容器化，Docker Compose 统一编排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38144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438144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75304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4838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企业级最佳实践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657600" y="34838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TypeORM、JWT 认证、限流、日志监控、Swagger 文档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233672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4233672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7083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2793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快速上手学习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657600" y="42793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清晰代码结构，适合学习微服务和 NestJS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快速启动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克隆项目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1536192"/>
            <a:ext cx="68580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5361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&lt;repo&gt; &amp;&amp; cd test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配置环境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2450592"/>
            <a:ext cx="68580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4505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.env.example .env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一键启动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463040" y="3364992"/>
            <a:ext cx="68580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33649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up -d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访问应用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63040" y="4279392"/>
            <a:ext cx="68580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42793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http://localhost:3000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前置要求：Node.js &gt;= 18  |  pnpm &gt;= 8  |  Docker &gt;= 20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微服务架构  ·  企业级实践  ·  快速部署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开始探索  →  docker-compose up -d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微服务架构项目讲解</dc:title>
  <dc:subject>PptxGenJS Presentation</dc:subject>
  <dc:creator>PptxGenJS</dc:creator>
  <cp:lastModifiedBy>PptxGenJS</cp:lastModifiedBy>
  <cp:revision>1</cp:revision>
  <dcterms:created xsi:type="dcterms:W3CDTF">2026-06-02T07:53:55Z</dcterms:created>
  <dcterms:modified xsi:type="dcterms:W3CDTF">2026-06-02T07:53:55Z</dcterms:modified>
</cp:coreProperties>
</file>